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914400"/>
            <a:ext cx="3840480" cy="3840480"/>
          </a:xfrm>
          <a:prstGeom prst="ellipse">
            <a:avLst/>
          </a:prstGeom>
          <a:solidFill>
            <a:srgbClr val="02A89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F2994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A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MARTECHADDA STARTUP INTERNSHIP PROGRAM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Internship Journey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at MarTechAdda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709160"/>
            <a:ext cx="77724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937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A8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Bajpai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152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 05 August 2026  •  MarTechAdda, India's Marketing Technology Hub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All Started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the company and the role I stepped into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502920" cy="502920"/>
          </a:xfrm>
          <a:prstGeom prst="ellipse">
            <a:avLst/>
          </a:prstGeom>
          <a:solidFill>
            <a:srgbClr val="02A895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0848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MarTechAdda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74320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MarTechAdda is India's marketing technology hub — a startup building products at the intersection of marketing and technology. As part of the MarTechAdda Startup Internship Program 2026, I got the chance to work alongside a real product team, not on a simulated project, but on things that actually shipped.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0848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 for 6 weeks, working remotely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close to product, design and engineering — not siloed in one corner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real features used by real users, from day one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balance speed with quality — a startup rhythm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Actually Worked 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areas where I spent most of my time and energy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457200" cy="457200"/>
          </a:xfrm>
          <a:prstGeom prst="ellipse">
            <a:avLst/>
          </a:prstGeom>
          <a:solidFill>
            <a:srgbClr val="02A89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0299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Development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shape features from idea to working build, thinking about the 'why' before the 'how'.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0299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Engineering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refined the parts of the product people actually click, scroll and interact with.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343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70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Implementation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8463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requirements and turned them into shipped, working functionality inside the product.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02A89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4270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Improvements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8463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flows and screens to make the product feel simpler and more intuitive to use.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 Along the 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that grew the most during these six weeks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E7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128016" cy="128016"/>
          </a:xfrm>
          <a:prstGeom prst="ellipse">
            <a:avLst/>
          </a:prstGeom>
          <a:solidFill>
            <a:srgbClr val="02A895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Development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423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real, functioning UI — not just prototypes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E70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2240280"/>
            <a:ext cx="128016" cy="128016"/>
          </a:xfrm>
          <a:prstGeom prst="ellipse">
            <a:avLst/>
          </a:prstGeom>
          <a:solidFill>
            <a:srgbClr val="02A895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Practices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cleaner code and thinking about maintainability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E70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3703320"/>
            <a:ext cx="128016" cy="128016"/>
          </a:xfrm>
          <a:prstGeom prst="ellipse">
            <a:avLst/>
          </a:prstGeom>
          <a:solidFill>
            <a:srgbClr val="02A895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474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Thinking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886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with the user's experience in mind, not just looks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33756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E7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703320"/>
            <a:ext cx="128016" cy="128016"/>
          </a:xfrm>
          <a:prstGeom prst="ellipse">
            <a:avLst/>
          </a:prstGeom>
          <a:solidFill>
            <a:srgbClr val="02A895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474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Sense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886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a feature matters before building 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8006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E70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" y="5166360"/>
            <a:ext cx="128016" cy="128016"/>
          </a:xfrm>
          <a:prstGeom prst="ellipse">
            <a:avLst/>
          </a:prstGeom>
          <a:solidFill>
            <a:srgbClr val="02A895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4937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Remotely, Independently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5349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my own time and staying accountable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8006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E7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5166360"/>
            <a:ext cx="128016" cy="128016"/>
          </a:xfrm>
          <a:prstGeom prst="ellipse">
            <a:avLst/>
          </a:prstGeom>
          <a:solidFill>
            <a:srgbClr val="02A895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937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Collaborating with a Real Team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5349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and receiving feedback, and iterating fast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Skills — What Really Stayed With 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honest, human takeaways from six weeks of building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A89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2011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felt real, not academic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237744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were no hypothetical assignments here. Every feature I touched was meant to actually go out to users, and that changed how carefully I worked.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5204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34290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startups move fast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74520" y="379476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learned to be comfortable with ambiguity — picking up a task, asking the right questions, and moving without waiting for a perfect brief.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70916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9377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A895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74520" y="484632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in my own code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74520" y="521208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end, front-end problems that once felt intimidating started to feel like puzzles I knew how to approach.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2A89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F2994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Grateful for the Six Weeks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2788920"/>
            <a:ext cx="8869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to the MarTechAdda team for trusting me with real work, real feedback, and real ownership. This internship didn't just teach me tools — it taught me how to think and build like a product engineer.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51960" y="4114800"/>
            <a:ext cx="3657600" cy="0"/>
          </a:xfrm>
          <a:prstGeom prst="line">
            <a:avLst/>
          </a:prstGeom>
          <a:noFill/>
          <a:ln w="19050">
            <a:solidFill>
              <a:srgbClr val="02A8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A8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Bajpai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  •  MarTechAdda Startup Internship Program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2026-08-19T09:02:10Z</dcterms:created>
  <dcterms:modified xsi:type="dcterms:W3CDTF">2026-08-19T09:02:10Z</dcterms:modified>
</cp:coreProperties>
</file>